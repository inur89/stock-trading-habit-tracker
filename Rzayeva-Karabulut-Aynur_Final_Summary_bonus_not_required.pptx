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DLBDSOOFPP01  ·  OBJECT-ORIENTED &amp; FUNCTIONAL PROGRAMMING WITH PYTHON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Trading Habit Tracker
</a:t>
            </a:r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8FB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Submission Summary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Finalization Phase — Portfolio Part 3 (bonus wrap-up, not a formal deliverable)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3017520" cy="0"/>
          </a:xfrm>
          <a:prstGeom prst="line">
            <a:avLst/>
          </a:prstGeom>
          <a:noFill/>
          <a:ln w="12700">
            <a:solidFill>
              <a:srgbClr val="3C4C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062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Aynur Rzayeva-Karabulut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9C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Matriculation No. UPS10746239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9C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IU Internationale Hochschule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869680" y="4480560"/>
            <a:ext cx="1828800" cy="1828800"/>
          </a:xfrm>
          <a:prstGeom prst="oval">
            <a:avLst/>
          </a:prstGeom>
          <a:solidFill>
            <a:srgbClr val="1F3260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0" y="44805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34440"/>
            <a:ext cx="12191695" cy="5623560"/>
          </a:xfrm>
          <a:prstGeom prst="rect">
            <a:avLst/>
          </a:prstGeom>
          <a:solidFill>
            <a:srgbClr val="E9EF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726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SINCE PHASE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Responding to Tutor Feedback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B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RECEIVED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4846320" cy="1371600"/>
          </a:xfrm>
          <a:prstGeom prst="roundRect">
            <a:avLst>
              <a:gd name="adj" fmla="val 3333"/>
            </a:avLst>
          </a:prstGeom>
          <a:solidFill>
            <a:srgbClr val="FCF3E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402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don't see a 'delete habit' function in your core functions yet — make sure you re-read the assignment PDF to ensure you have met all the requirements.”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B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REQUESTED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0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README, unit tests, and a few screenshots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0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naming, .gitignore, no junk files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0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files, basic docstrings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0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covering creation, editing AND deletion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ADDED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2176272"/>
            <a:ext cx="146304" cy="146304"/>
          </a:xfrm>
          <a:prstGeom prst="oval">
            <a:avLst/>
          </a:prstGeom>
          <a:solidFill>
            <a:srgbClr val="2FAE72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093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delete_habit()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23682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— removes a habit with an explicit 'yes' confirmation step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537960" y="2834640"/>
            <a:ext cx="146304" cy="146304"/>
          </a:xfrm>
          <a:prstGeom prst="oval">
            <a:avLst/>
          </a:prstGeom>
          <a:solidFill>
            <a:srgbClr val="2FAE72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27523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Habit.edit()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30266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— update name / description / periodicity in place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537960" y="3493008"/>
            <a:ext cx="146304" cy="146304"/>
          </a:xfrm>
          <a:prstGeom prst="oval">
            <a:avLst/>
          </a:prstGeom>
          <a:solidFill>
            <a:srgbClr val="2FAE72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3410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TestEditHabit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3685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test class — 4 tests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6537960" y="4151376"/>
            <a:ext cx="146304" cy="146304"/>
          </a:xfrm>
          <a:prstGeom prst="oval">
            <a:avLst/>
          </a:prstGeom>
          <a:solidFill>
            <a:srgbClr val="2FAE72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TestDeleteHabit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test class — 3 tests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537960" y="4809744"/>
            <a:ext cx="146304" cy="146304"/>
          </a:xfrm>
          <a:prstGeom prst="oval">
            <a:avLst/>
          </a:prstGeom>
          <a:solidFill>
            <a:srgbClr val="2FAE72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4727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5001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— keeps __pycache__ and habits.json out of the repo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537960" y="5468112"/>
            <a:ext cx="146304" cy="146304"/>
          </a:xfrm>
          <a:prstGeom prst="oval">
            <a:avLst/>
          </a:prstGeom>
          <a:solidFill>
            <a:srgbClr val="2FAE72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5385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12280" y="5660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Rewritten — install/run guide + architecture + screenshots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34440"/>
            <a:ext cx="12191695" cy="5623560"/>
          </a:xfrm>
          <a:prstGeom prst="rect">
            <a:avLst/>
          </a:prstGeom>
          <a:solidFill>
            <a:srgbClr val="E9EF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726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92024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17264A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cli.py
</a:t>
            </a:r>
            <a:pPr algn="ctr" indent="0" marL="0">
              <a:buNone/>
            </a:pPr>
            <a:r>
              <a:rPr lang="en-US" sz="950" dirty="0">
                <a:solidFill>
                  <a:srgbClr val="8FB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Orchestration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1F4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9718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habit.py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check_off / edit / is_broken / streaks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297180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1F4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9718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storage.py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save() &amp; load() to habits.json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97180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1F4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9718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analytics.py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required + 2 bonus pure FP functions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297180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1F4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29718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fixtures.py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habits × 28 days sample 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51760" y="429768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F1F4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4297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test_habits.py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pytest cases, all passing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29768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F1F4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297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/ run guide + architecture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cli.py orchestrates every module directly on a plain list[Habit] — no separate manager class needed at this scope.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34440"/>
            <a:ext cx="12191695" cy="5623560"/>
          </a:xfrm>
          <a:prstGeom prst="rect">
            <a:avLst/>
          </a:prstGeom>
          <a:solidFill>
            <a:srgbClr val="E9EF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726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LIFECYCLE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Core Function, Confirmed Working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37744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Habit(name, description, periodicity)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TestHabitCreation — 4 tests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496312"/>
            <a:ext cx="1051560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87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off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77440" y="2587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habit.check_off()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01000" y="25877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TestCheckOff — 3 tests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118104"/>
            <a:ext cx="1051560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095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77440" y="32095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habit.edit(name=..., description=..., periodicity=...)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01000" y="32095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TestEditHabit — 4 tests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739896"/>
            <a:ext cx="1051560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313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77440" y="38313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habits.remove(habit)  (CLI option 5, with confirmation)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01000" y="38313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TestDeleteHabit — 3 tests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4361688"/>
            <a:ext cx="1051560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4531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377440" y="44531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analytics.print_analytics_report(habits)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01000" y="4453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TestAnalytics — 8 tests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4983480"/>
            <a:ext cx="1051560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37744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storage.save(habits) / storage.load()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0100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TestStorage — 4 tests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34440"/>
            <a:ext cx="12191695" cy="5623560"/>
          </a:xfrm>
          <a:prstGeom prst="rect">
            <a:avLst/>
          </a:prstGeom>
          <a:solidFill>
            <a:srgbClr val="E9EF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726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Summary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20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39 PYTEST CASES PASSING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3383280" cy="502920"/>
          </a:xfrm>
          <a:prstGeom prst="roundRect">
            <a:avLst>
              <a:gd name="adj" fmla="val 50909"/>
            </a:avLst>
          </a:prstGeom>
          <a:solidFill>
            <a:srgbClr val="E4F6E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failures — up from 30 in Phase 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0" y="19202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1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9933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TestHabitCreation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059168" y="19202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1F4FA"/>
          </a:solidFill>
          <a:ln/>
        </p:spPr>
      </p:sp>
      <p:sp>
        <p:nvSpPr>
          <p:cNvPr id="15" name="Text 13"/>
          <p:cNvSpPr/>
          <p:nvPr/>
        </p:nvSpPr>
        <p:spPr>
          <a:xfrm>
            <a:off x="7150608" y="19933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150608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TestCheckOff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272016" y="19202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1F4FA"/>
          </a:solidFill>
          <a:ln/>
        </p:spPr>
      </p:sp>
      <p:sp>
        <p:nvSpPr>
          <p:cNvPr id="18" name="Text 16"/>
          <p:cNvSpPr/>
          <p:nvPr/>
        </p:nvSpPr>
        <p:spPr>
          <a:xfrm>
            <a:off x="9363456" y="19933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363456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TestEditHabit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46320" y="29718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1F4F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449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37760" y="3538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TestDeleteHabit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059168" y="29718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1F4FA"/>
          </a:solidFill>
          <a:ln/>
        </p:spPr>
      </p:sp>
      <p:sp>
        <p:nvSpPr>
          <p:cNvPr id="24" name="Text 22"/>
          <p:cNvSpPr/>
          <p:nvPr/>
        </p:nvSpPr>
        <p:spPr>
          <a:xfrm>
            <a:off x="7150608" y="30449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50608" y="3538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TestStreaks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272016" y="29718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1F4FA"/>
          </a:solidFill>
          <a:ln/>
        </p:spPr>
      </p:sp>
      <p:sp>
        <p:nvSpPr>
          <p:cNvPr id="27" name="Text 25"/>
          <p:cNvSpPr/>
          <p:nvPr/>
        </p:nvSpPr>
        <p:spPr>
          <a:xfrm>
            <a:off x="9363456" y="30449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63456" y="3538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TestIsBroken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40233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1F4FA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40965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937760" y="4590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TestAnalytics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059168" y="40233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1F4FA"/>
          </a:solidFill>
          <a:ln/>
        </p:spPr>
      </p:sp>
      <p:sp>
        <p:nvSpPr>
          <p:cNvPr id="33" name="Text 31"/>
          <p:cNvSpPr/>
          <p:nvPr/>
        </p:nvSpPr>
        <p:spPr>
          <a:xfrm>
            <a:off x="7150608" y="40965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150608" y="4590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TestStorage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272016" y="40233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1F4FA"/>
          </a:solidFill>
          <a:ln/>
        </p:spPr>
      </p:sp>
      <p:sp>
        <p:nvSpPr>
          <p:cNvPr id="36" name="Text 34"/>
          <p:cNvSpPr/>
          <p:nvPr/>
        </p:nvSpPr>
        <p:spPr>
          <a:xfrm>
            <a:off x="9363456" y="40965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363456" y="4590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TestFixtures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34440"/>
            <a:ext cx="12191695" cy="5623560"/>
          </a:xfrm>
          <a:prstGeom prst="rect">
            <a:avLst/>
          </a:prstGeom>
          <a:solidFill>
            <a:srgbClr val="E9EF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726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SUBMIT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Finalization Checklist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4F6E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8745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hosted on a public GitHub repository (code unzipped, polished)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40487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4F6E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40487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with install/run instructions, architecture, and screenshots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293522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4F6E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93522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unit tests — creation, editing, deletion, streaks, analytics, storage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46557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4F6E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46557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 in place — no __pycache__ or generated files committed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399592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4F6E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99592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page Abstract PDF, including the link to the GitHub repository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5262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4F6E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452628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 folder built with Phase1 / Phase2 / Phase3 subdirectories for PebblePad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505663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4F6E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56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A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505663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and Phase 2 results included alongside the Phase 3 submission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Trading Habit Tracker — built with object-oriented habit tracking and a functional-programming analytics core.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4206240"/>
            <a:ext cx="3017520" cy="0"/>
          </a:xfrm>
          <a:prstGeom prst="line">
            <a:avLst/>
          </a:prstGeom>
          <a:noFill/>
          <a:ln w="12700">
            <a:solidFill>
              <a:srgbClr val="3C4C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434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Aynur Rzayeva-Karabulut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9C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Matriculation No. UPS10746239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9C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IU Internationale Hochschule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2026-08-09T11:25:56Z</dcterms:created>
  <dcterms:modified xsi:type="dcterms:W3CDTF">2026-08-09T11:25:56Z</dcterms:modified>
</cp:coreProperties>
</file>